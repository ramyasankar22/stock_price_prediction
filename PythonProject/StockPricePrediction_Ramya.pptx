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36576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560320" cy="347472"/>
          </a:xfrm>
          <a:prstGeom prst="rect">
            <a:avLst/>
          </a:prstGeom>
          <a:solidFill>
            <a:srgbClr val="1313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</a:rPr>
              <a:t>ML PROJECT 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47472" y="2743200"/>
            <a:ext cx="320040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Using Regression Models  |  TSLA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Ramyadeekshitha Sankar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Aspiring ML Engineer  |  GitHub: ramyasankar22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31152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6096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5720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78624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6096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00584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8624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55448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1152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78624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26096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73568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2103120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31152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78624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6096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73568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2651760"/>
            <a:ext cx="64008" cy="6400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31152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78624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26096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73568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320040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31152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8624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26096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73568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3749040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78624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26096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73568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21040" y="4297680"/>
            <a:ext cx="64008" cy="6400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MACHINE LEARNING  |  PYTHON  |  SCIKIT-LEARN  |  PANDAS  |  MATPLOTLIB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are we solving?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2103120"/>
          </a:xfrm>
          <a:prstGeom prst="rect">
            <a:avLst/>
          </a:prstGeom>
          <a:solidFill>
            <a:srgbClr val="0F0F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554480"/>
            <a:ext cx="731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Predict TSLA stock closing price using historical market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743200" cy="2103120"/>
          </a:xfrm>
          <a:prstGeom prst="rect">
            <a:avLst/>
          </a:prstGeom>
          <a:solidFill>
            <a:srgbClr val="0F0F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3716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731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2011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252 trading days of TSLA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(Feb 2024 to Feb 2025)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743200" cy="2103120"/>
          </a:xfrm>
          <a:prstGeom prst="rect">
            <a:avLst/>
          </a:prstGeom>
          <a:solidFill>
            <a:srgbClr val="0F0F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554480"/>
            <a:ext cx="731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Target Variable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Close Price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(daily closing stock value)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</a:rPr>
              <a:t>INPUT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1554480" cy="457200"/>
          </a:xfrm>
          <a:prstGeom prst="rect">
            <a:avLst/>
          </a:prstGeom>
          <a:solidFill>
            <a:srgbClr val="1313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0" y="3977640"/>
            <a:ext cx="1554480" cy="457200"/>
          </a:xfrm>
          <a:prstGeom prst="rect">
            <a:avLst/>
          </a:prstGeom>
          <a:solidFill>
            <a:srgbClr val="1313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3977640"/>
            <a:ext cx="1554480" cy="457200"/>
          </a:xfrm>
          <a:prstGeom prst="rect">
            <a:avLst/>
          </a:prstGeom>
          <a:solidFill>
            <a:srgbClr val="1313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977640"/>
            <a:ext cx="1554480" cy="457200"/>
          </a:xfrm>
          <a:prstGeom prst="rect">
            <a:avLst/>
          </a:prstGeom>
          <a:solidFill>
            <a:srgbClr val="1313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Adj Close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3977640"/>
            <a:ext cx="1554480" cy="457200"/>
          </a:xfrm>
          <a:prstGeom prst="rect">
            <a:avLst/>
          </a:prstGeom>
          <a:solidFill>
            <a:srgbClr val="1313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Volume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Preprocessing &amp;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023360" cy="338328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40233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DATA PREPROCESSING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9019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Load 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901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Read TSLA historical data into DataFrame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23865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Parse 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Convert Date column to datetime format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8950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9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28712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Filter 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8712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Keep last 1 year of data (252 rows)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37413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3355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Feature Split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355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X = Open, High, Low, Volume  |  y = Close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8587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Train/Test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840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80% train, 20% test, no shuffle (time series)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34340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432511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Scaling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4325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StandardScaler for Linear &amp; Polynomial only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1389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REGRESSION MODELS USED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1874520"/>
            <a:ext cx="2011680" cy="137160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1874520"/>
            <a:ext cx="20116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984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Baseline model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Feature scaling applied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1874520"/>
            <a:ext cx="2011680" cy="1371600"/>
          </a:xfrm>
          <a:prstGeom prst="rect">
            <a:avLst/>
          </a:prstGeom>
          <a:solidFill>
            <a:srgbClr val="13132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1874520"/>
            <a:ext cx="20116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984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Polynomial Regression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Degree-2 features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Captures non-linearity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3383280"/>
            <a:ext cx="2011680" cy="1371600"/>
          </a:xfrm>
          <a:prstGeom prst="rect">
            <a:avLst/>
          </a:prstGeom>
          <a:solidFill>
            <a:srgbClr val="1313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38328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916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max_depth = 10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 scaling needed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66560" y="3383280"/>
            <a:ext cx="2011680" cy="1371600"/>
          </a:xfrm>
          <a:prstGeom prst="rect">
            <a:avLst/>
          </a:prstGeom>
          <a:solidFill>
            <a:srgbClr val="1313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383280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100 estimators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max_depth = 10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Model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280160"/>
                <a:gridCol w="118872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080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080F"/>
                          </a:solidFill>
                        </a:rPr>
                        <a:t>R2 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080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080F"/>
                          </a:solidFill>
                        </a:rPr>
                        <a:t>Scaling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080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Data Leakage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Polynomial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Data Leakage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0.9946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6.05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Reliable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0.9978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3.89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</a:rPr>
                        <a:t>BEST 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0F0F1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BEST MODEL: Random Forest  |  R2 = 0.9978  |  RMSE = 3.89  |  100 estimators, max_depth=10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Insight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8595360" cy="1371600"/>
          </a:xfrm>
          <a:prstGeom prst="rect">
            <a:avLst/>
          </a:prstGeom>
          <a:solidFill>
            <a:srgbClr val="0F0F1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59E0B"/>
                </a:solidFill>
              </a:rPr>
              <a:t>Why are the results so good?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Stock price features like Open, High, Low, and Adjusted Close are strongly correlated with the daily Close price. This causes all models to achieve near-perfect scores. This is a known data leakage pattern in financial ML, not a real prediction breakthrough. A true model should use only lagged (previous day) features.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2743200" cy="1920240"/>
          </a:xfrm>
          <a:prstGeom prst="rect">
            <a:avLst/>
          </a:prstGeom>
          <a:solidFill>
            <a:srgbClr val="1313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3464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44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R2 = 1.0 is a Red Flag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Perfect scores on correlated features indicate data leakage, not model genius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2834640"/>
            <a:ext cx="2743200" cy="1920240"/>
          </a:xfrm>
          <a:prstGeom prst="rect">
            <a:avLst/>
          </a:prstGeom>
          <a:solidFill>
            <a:srgbClr val="1313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283464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944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RF &amp; DT are Reliable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2696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R2 of 0.9978 and 0.9946 with real RMSE errors are honest and strong 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2834640"/>
            <a:ext cx="2743200" cy="192024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2834640"/>
            <a:ext cx="27432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944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Real-World Fix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Use only lagged features (previous day data) to build a truly predictive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 &amp;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</a:rPr>
              <a:t>TOOLS &amp; TECHNOLOGIES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Core language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73736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Pandas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preprocessing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NumPy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Numerical operations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256032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ML models &amp; metrics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Plots &amp; visualization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0" y="3383280"/>
            <a:ext cx="1828800" cy="685800"/>
          </a:xfrm>
          <a:prstGeom prst="rect">
            <a:avLst/>
          </a:prstGeom>
          <a:solidFill>
            <a:srgbClr val="0F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Google Colab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Cloud notebook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325880"/>
            <a:ext cx="4251960" cy="3383280"/>
          </a:xfrm>
          <a:prstGeom prst="rect">
            <a:avLst/>
          </a:prstGeom>
          <a:solidFill>
            <a:srgbClr val="0F0F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325880"/>
            <a:ext cx="42519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173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92024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Compared 4 regression models on TSLA stock data across 252 trading days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496312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45059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Random Forest: best honest result with R2 = 0.9978 and RMSE = 3.89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26664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98094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Linear &amp; Polynomial R2 = 1.0 identified as feature leakage — acknowledged as a key learning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557016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51129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Demonstrates full ML pipeline: preprocessing, training, evaluation, insight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087368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0416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Next step: rebuild using lagged features for a true predictive model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Ramyadeekshitha Sankar  |  Aspiring ML Engineer  |  github.com/ramyasankar22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</dc:title>
  <dc:subject>PptxGenJS Presentation</dc:subject>
  <dc:creator>Ramyadeekshitha Sankar</dc:creator>
  <cp:lastModifiedBy>Ramyadeekshitha Sankar</cp:lastModifiedBy>
  <cp:revision>1</cp:revision>
  <dcterms:created xsi:type="dcterms:W3CDTF">2026-04-28T11:26:14Z</dcterms:created>
  <dcterms:modified xsi:type="dcterms:W3CDTF">2026-04-28T11:26:14Z</dcterms:modified>
</cp:coreProperties>
</file>